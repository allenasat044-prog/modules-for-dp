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16"/>
  </p:notesMasterIdLst>
  <p:handoutMasterIdLst>
    <p:handoutMasterId r:id="rId17"/>
  </p:handoutMasterIdLst>
  <p:sldIdLst>
    <p:sldId id="507" r:id="rId2"/>
    <p:sldId id="1027" r:id="rId3"/>
    <p:sldId id="1012" r:id="rId4"/>
    <p:sldId id="1013" r:id="rId5"/>
    <p:sldId id="1044" r:id="rId6"/>
    <p:sldId id="1014" r:id="rId7"/>
    <p:sldId id="1015" r:id="rId8"/>
    <p:sldId id="1034" r:id="rId9"/>
    <p:sldId id="1036" r:id="rId10"/>
    <p:sldId id="1037" r:id="rId11"/>
    <p:sldId id="1033" r:id="rId12"/>
    <p:sldId id="1038" r:id="rId13"/>
    <p:sldId id="1040" r:id="rId14"/>
    <p:sldId id="1025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9CA663-1309-4ECF-9CD4-C8F48ECFF935}" v="48" dt="2026-09-09T09:42:55.997"/>
    <p1510:client id="{575C8504-258C-4612-97B9-120B5DE7B0D2}" v="3" dt="2026-09-09T10:42:31.757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Selvam" userId="d6d9795e-cb7f-4ca4-909c-a1909c828893" providerId="ADAL" clId="{77D21AA8-553F-4AB2-8C7F-3DF8ADADA90D}"/>
    <pc:docChg chg="undo custSel addSld delSld modSld">
      <pc:chgData name="M Selvam" userId="d6d9795e-cb7f-4ca4-909c-a1909c828893" providerId="ADAL" clId="{77D21AA8-553F-4AB2-8C7F-3DF8ADADA90D}" dt="2026-09-09T10:44:54.063" v="359" actId="47"/>
      <pc:docMkLst>
        <pc:docMk/>
      </pc:docMkLst>
      <pc:sldChg chg="addSp delSp modSp mod">
        <pc:chgData name="M Selvam" userId="d6d9795e-cb7f-4ca4-909c-a1909c828893" providerId="ADAL" clId="{77D21AA8-553F-4AB2-8C7F-3DF8ADADA90D}" dt="2026-09-09T09:43:21.943" v="173" actId="14100"/>
        <pc:sldMkLst>
          <pc:docMk/>
          <pc:sldMk cId="0" sldId="507"/>
        </pc:sldMkLst>
        <pc:spChg chg="mod">
          <ac:chgData name="M Selvam" userId="d6d9795e-cb7f-4ca4-909c-a1909c828893" providerId="ADAL" clId="{77D21AA8-553F-4AB2-8C7F-3DF8ADADA90D}" dt="2026-09-09T09:34:27.100" v="39" actId="20577"/>
          <ac:spMkLst>
            <pc:docMk/>
            <pc:sldMk cId="0" sldId="507"/>
            <ac:spMk id="6" creationId="{90112947-B9C2-2E92-2ED4-7AE86C45CC4F}"/>
          </ac:spMkLst>
        </pc:spChg>
        <pc:picChg chg="del">
          <ac:chgData name="M Selvam" userId="d6d9795e-cb7f-4ca4-909c-a1909c828893" providerId="ADAL" clId="{77D21AA8-553F-4AB2-8C7F-3DF8ADADA90D}" dt="2026-09-09T09:33:53.660" v="3" actId="478"/>
          <ac:picMkLst>
            <pc:docMk/>
            <pc:sldMk cId="0" sldId="507"/>
            <ac:picMk id="3" creationId="{D48BC6A5-F5D8-82C0-F28F-C70BA469D2CB}"/>
          </ac:picMkLst>
        </pc:picChg>
        <pc:picChg chg="add mod">
          <ac:chgData name="M Selvam" userId="d6d9795e-cb7f-4ca4-909c-a1909c828893" providerId="ADAL" clId="{77D21AA8-553F-4AB2-8C7F-3DF8ADADA90D}" dt="2026-09-09T09:43:21.943" v="173" actId="14100"/>
          <ac:picMkLst>
            <pc:docMk/>
            <pc:sldMk cId="0" sldId="507"/>
            <ac:picMk id="4" creationId="{9D471D20-F6B2-348C-6B60-AFE0319ECD2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26.485" v="105" actId="1076"/>
        <pc:sldMkLst>
          <pc:docMk/>
          <pc:sldMk cId="2311492942" sldId="1011"/>
        </pc:sldMkLst>
        <pc:picChg chg="del">
          <ac:chgData name="M Selvam" userId="d6d9795e-cb7f-4ca4-909c-a1909c828893" providerId="ADAL" clId="{77D21AA8-553F-4AB2-8C7F-3DF8ADADA90D}" dt="2026-09-09T09:39:16.829" v="101" actId="478"/>
          <ac:picMkLst>
            <pc:docMk/>
            <pc:sldMk cId="2311492942" sldId="1011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39:26.485" v="105" actId="1076"/>
          <ac:picMkLst>
            <pc:docMk/>
            <pc:sldMk cId="2311492942" sldId="1011"/>
            <ac:picMk id="5" creationId="{E69172F0-DC24-A9DB-0F68-54E3881FD548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36.767" v="177" actId="14100"/>
        <pc:sldMkLst>
          <pc:docMk/>
          <pc:sldMk cId="3089745817" sldId="1012"/>
        </pc:sldMkLst>
        <pc:spChg chg="add del">
          <ac:chgData name="M Selvam" userId="d6d9795e-cb7f-4ca4-909c-a1909c828893" providerId="ADAL" clId="{77D21AA8-553F-4AB2-8C7F-3DF8ADADA90D}" dt="2026-09-09T09:35:25.635" v="51" actId="34307"/>
          <ac:spMkLst>
            <pc:docMk/>
            <pc:sldMk cId="3089745817" sldId="1012"/>
            <ac:spMk id="7" creationId="{3280A4A6-FE4E-5BD7-0D80-570328273E09}"/>
          </ac:spMkLst>
        </pc:spChg>
        <pc:picChg chg="add mod">
          <ac:chgData name="M Selvam" userId="d6d9795e-cb7f-4ca4-909c-a1909c828893" providerId="ADAL" clId="{77D21AA8-553F-4AB2-8C7F-3DF8ADADA90D}" dt="2026-09-09T09:43:36.767" v="177" actId="14100"/>
          <ac:picMkLst>
            <pc:docMk/>
            <pc:sldMk cId="3089745817" sldId="1012"/>
            <ac:picMk id="2" creationId="{D046E4DE-BCE0-C9B2-CDC2-1E28119D86A3}"/>
          </ac:picMkLst>
        </pc:picChg>
        <pc:picChg chg="del">
          <ac:chgData name="M Selvam" userId="d6d9795e-cb7f-4ca4-909c-a1909c828893" providerId="ADAL" clId="{77D21AA8-553F-4AB2-8C7F-3DF8ADADA90D}" dt="2026-09-09T09:35:05.819" v="47" actId="478"/>
          <ac:picMkLst>
            <pc:docMk/>
            <pc:sldMk cId="3089745817" sldId="1012"/>
            <ac:picMk id="4" creationId="{8F4E0918-9E46-2259-4003-1C1F5C38DCA1}"/>
          </ac:picMkLst>
        </pc:picChg>
        <pc:picChg chg="add del mod ord">
          <ac:chgData name="M Selvam" userId="d6d9795e-cb7f-4ca4-909c-a1909c828893" providerId="ADAL" clId="{77D21AA8-553F-4AB2-8C7F-3DF8ADADA90D}" dt="2026-09-09T09:35:25.635" v="51" actId="34307"/>
          <ac:picMkLst>
            <pc:docMk/>
            <pc:sldMk cId="3089745817" sldId="1012"/>
            <ac:picMk id="5" creationId="{E81362B5-B35C-A88A-ADEF-51E0186485C5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1.958" v="179" actId="14100"/>
        <pc:sldMkLst>
          <pc:docMk/>
          <pc:sldMk cId="95257650" sldId="1013"/>
        </pc:sldMkLst>
        <pc:picChg chg="del">
          <ac:chgData name="M Selvam" userId="d6d9795e-cb7f-4ca4-909c-a1909c828893" providerId="ADAL" clId="{77D21AA8-553F-4AB2-8C7F-3DF8ADADA90D}" dt="2026-09-09T09:35:33.573" v="52" actId="478"/>
          <ac:picMkLst>
            <pc:docMk/>
            <pc:sldMk cId="95257650" sldId="1013"/>
            <ac:picMk id="4" creationId="{2DC88E58-E75E-48AB-59FF-CADAC759042E}"/>
          </ac:picMkLst>
        </pc:picChg>
        <pc:picChg chg="add mod">
          <ac:chgData name="M Selvam" userId="d6d9795e-cb7f-4ca4-909c-a1909c828893" providerId="ADAL" clId="{77D21AA8-553F-4AB2-8C7F-3DF8ADADA90D}" dt="2026-09-09T09:43:41.958" v="179" actId="14100"/>
          <ac:picMkLst>
            <pc:docMk/>
            <pc:sldMk cId="95257650" sldId="1013"/>
            <ac:picMk id="5" creationId="{271B53F3-540A-8282-CDE9-91C7F1D75BFF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46.133" v="180" actId="14100"/>
        <pc:sldMkLst>
          <pc:docMk/>
          <pc:sldMk cId="2694801863" sldId="1014"/>
        </pc:sldMkLst>
        <pc:spChg chg="mod">
          <ac:chgData name="M Selvam" userId="d6d9795e-cb7f-4ca4-909c-a1909c828893" providerId="ADAL" clId="{77D21AA8-553F-4AB2-8C7F-3DF8ADADA90D}" dt="2026-09-09T09:36:44.870" v="68" actId="14100"/>
          <ac:spMkLst>
            <pc:docMk/>
            <pc:sldMk cId="2694801863" sldId="1014"/>
            <ac:spMk id="3" creationId="{39A6E23D-A5D8-BE38-914C-4697198F055E}"/>
          </ac:spMkLst>
        </pc:spChg>
        <pc:picChg chg="del mod">
          <ac:chgData name="M Selvam" userId="d6d9795e-cb7f-4ca4-909c-a1909c828893" providerId="ADAL" clId="{77D21AA8-553F-4AB2-8C7F-3DF8ADADA90D}" dt="2026-09-09T09:36:34.406" v="65" actId="478"/>
          <ac:picMkLst>
            <pc:docMk/>
            <pc:sldMk cId="2694801863" sldId="1014"/>
            <ac:picMk id="4" creationId="{3424A7D1-392B-981E-7690-910B416284B1}"/>
          </ac:picMkLst>
        </pc:picChg>
        <pc:picChg chg="add mod">
          <ac:chgData name="M Selvam" userId="d6d9795e-cb7f-4ca4-909c-a1909c828893" providerId="ADAL" clId="{77D21AA8-553F-4AB2-8C7F-3DF8ADADA90D}" dt="2026-09-09T09:43:46.133" v="180" actId="14100"/>
          <ac:picMkLst>
            <pc:docMk/>
            <pc:sldMk cId="2694801863" sldId="1014"/>
            <ac:picMk id="5" creationId="{47D2E993-E474-0C27-DF8A-10B6A433EC16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54.806" v="182" actId="14100"/>
        <pc:sldMkLst>
          <pc:docMk/>
          <pc:sldMk cId="695185364" sldId="1015"/>
        </pc:sldMkLst>
        <pc:spChg chg="mod">
          <ac:chgData name="M Selvam" userId="d6d9795e-cb7f-4ca4-909c-a1909c828893" providerId="ADAL" clId="{77D21AA8-553F-4AB2-8C7F-3DF8ADADA90D}" dt="2026-09-09T09:37:18.323" v="74" actId="14100"/>
          <ac:spMkLst>
            <pc:docMk/>
            <pc:sldMk cId="695185364" sldId="1015"/>
            <ac:spMk id="3" creationId="{BBD3710E-1FD6-A145-E602-76470D00842A}"/>
          </ac:spMkLst>
        </pc:spChg>
        <pc:picChg chg="del">
          <ac:chgData name="M Selvam" userId="d6d9795e-cb7f-4ca4-909c-a1909c828893" providerId="ADAL" clId="{77D21AA8-553F-4AB2-8C7F-3DF8ADADA90D}" dt="2026-09-09T09:37:08.910" v="72" actId="478"/>
          <ac:picMkLst>
            <pc:docMk/>
            <pc:sldMk cId="695185364" sldId="1015"/>
            <ac:picMk id="4" creationId="{1660B1F0-D8A2-D976-9BE1-AD077549641E}"/>
          </ac:picMkLst>
        </pc:picChg>
        <pc:picChg chg="add mod">
          <ac:chgData name="M Selvam" userId="d6d9795e-cb7f-4ca4-909c-a1909c828893" providerId="ADAL" clId="{77D21AA8-553F-4AB2-8C7F-3DF8ADADA90D}" dt="2026-09-09T09:43:54.806" v="182" actId="14100"/>
          <ac:picMkLst>
            <pc:docMk/>
            <pc:sldMk cId="695185364" sldId="1015"/>
            <ac:picMk id="5" creationId="{24488C9D-2D30-3125-69F0-8049573055B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2:03.118" v="149" actId="14100"/>
        <pc:sldMkLst>
          <pc:docMk/>
          <pc:sldMk cId="3377631291" sldId="1025"/>
        </pc:sldMkLst>
        <pc:picChg chg="del">
          <ac:chgData name="M Selvam" userId="d6d9795e-cb7f-4ca4-909c-a1909c828893" providerId="ADAL" clId="{77D21AA8-553F-4AB2-8C7F-3DF8ADADA90D}" dt="2026-09-09T09:41:46.220" v="143" actId="478"/>
          <ac:picMkLst>
            <pc:docMk/>
            <pc:sldMk cId="3377631291" sldId="1025"/>
            <ac:picMk id="4" creationId="{530DEA0B-E191-D187-0E57-F98A779E2687}"/>
          </ac:picMkLst>
        </pc:picChg>
        <pc:picChg chg="add mod">
          <ac:chgData name="M Selvam" userId="d6d9795e-cb7f-4ca4-909c-a1909c828893" providerId="ADAL" clId="{77D21AA8-553F-4AB2-8C7F-3DF8ADADA90D}" dt="2026-09-09T09:42:03.118" v="149" actId="14100"/>
          <ac:picMkLst>
            <pc:docMk/>
            <pc:sldMk cId="3377631291" sldId="1025"/>
            <ac:picMk id="5" creationId="{9614CC03-5AC2-8C76-DAFE-BA60BA1CF8F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39:48.172" v="111" actId="1076"/>
        <pc:sldMkLst>
          <pc:docMk/>
          <pc:sldMk cId="1406624847" sldId="1026"/>
        </pc:sldMkLst>
        <pc:spChg chg="mod">
          <ac:chgData name="M Selvam" userId="d6d9795e-cb7f-4ca4-909c-a1909c828893" providerId="ADAL" clId="{77D21AA8-553F-4AB2-8C7F-3DF8ADADA90D}" dt="2026-09-09T09:39:35.588" v="107" actId="14100"/>
          <ac:spMkLst>
            <pc:docMk/>
            <pc:sldMk cId="1406624847" sldId="1026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39:29.769" v="106" actId="478"/>
          <ac:picMkLst>
            <pc:docMk/>
            <pc:sldMk cId="1406624847" sldId="1026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39:48.172" v="111" actId="1076"/>
          <ac:picMkLst>
            <pc:docMk/>
            <pc:sldMk cId="1406624847" sldId="1026"/>
            <ac:picMk id="5" creationId="{E315328B-2062-6B94-DEDE-8CFD1B404E8E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29.255" v="175" actId="1076"/>
        <pc:sldMkLst>
          <pc:docMk/>
          <pc:sldMk cId="2893977295" sldId="1027"/>
        </pc:sldMkLst>
        <pc:spChg chg="mod">
          <ac:chgData name="M Selvam" userId="d6d9795e-cb7f-4ca4-909c-a1909c828893" providerId="ADAL" clId="{77D21AA8-553F-4AB2-8C7F-3DF8ADADA90D}" dt="2026-09-09T09:36:12.511" v="63" actId="1076"/>
          <ac:spMkLst>
            <pc:docMk/>
            <pc:sldMk cId="2893977295" sldId="1027"/>
            <ac:spMk id="3" creationId="{68C7B745-FF8F-90D5-CAD4-FE7D38645D69}"/>
          </ac:spMkLst>
        </pc:spChg>
        <pc:spChg chg="add del mod">
          <ac:chgData name="M Selvam" userId="d6d9795e-cb7f-4ca4-909c-a1909c828893" providerId="ADAL" clId="{77D21AA8-553F-4AB2-8C7F-3DF8ADADA90D}" dt="2026-09-09T09:35:03.462" v="46"/>
          <ac:spMkLst>
            <pc:docMk/>
            <pc:sldMk cId="2893977295" sldId="1027"/>
            <ac:spMk id="6" creationId="{F1B3039F-7EA2-E227-9D02-F0E6BED42A64}"/>
          </ac:spMkLst>
        </pc:spChg>
        <pc:picChg chg="del">
          <ac:chgData name="M Selvam" userId="d6d9795e-cb7f-4ca4-909c-a1909c828893" providerId="ADAL" clId="{77D21AA8-553F-4AB2-8C7F-3DF8ADADA90D}" dt="2026-09-09T09:34:34.405" v="40" actId="478"/>
          <ac:picMkLst>
            <pc:docMk/>
            <pc:sldMk cId="2893977295" sldId="1027"/>
            <ac:picMk id="4" creationId="{E26EF467-3DED-5C3E-3710-75BDCDED7288}"/>
          </ac:picMkLst>
        </pc:picChg>
        <pc:picChg chg="add mod">
          <ac:chgData name="M Selvam" userId="d6d9795e-cb7f-4ca4-909c-a1909c828893" providerId="ADAL" clId="{77D21AA8-553F-4AB2-8C7F-3DF8ADADA90D}" dt="2026-09-09T09:43:29.255" v="175" actId="1076"/>
          <ac:picMkLst>
            <pc:docMk/>
            <pc:sldMk cId="2893977295" sldId="1027"/>
            <ac:picMk id="5" creationId="{81FBD98C-77FA-F4F3-D8D1-E351DADE67A3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24.793" v="188" actId="14100"/>
        <pc:sldMkLst>
          <pc:docMk/>
          <pc:sldMk cId="4197773981" sldId="1033"/>
        </pc:sldMkLst>
        <pc:picChg chg="del">
          <ac:chgData name="M Selvam" userId="d6d9795e-cb7f-4ca4-909c-a1909c828893" providerId="ADAL" clId="{77D21AA8-553F-4AB2-8C7F-3DF8ADADA90D}" dt="2026-09-09T09:39:52.545" v="112" actId="478"/>
          <ac:picMkLst>
            <pc:docMk/>
            <pc:sldMk cId="4197773981" sldId="1033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4:24.793" v="188" actId="14100"/>
          <ac:picMkLst>
            <pc:docMk/>
            <pc:sldMk cId="4197773981" sldId="1033"/>
            <ac:picMk id="5" creationId="{09455320-2D9F-FA39-6651-A4D0ED124F51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0.668" v="184" actId="14100"/>
        <pc:sldMkLst>
          <pc:docMk/>
          <pc:sldMk cId="3239980978" sldId="1034"/>
        </pc:sldMkLst>
        <pc:spChg chg="mod">
          <ac:chgData name="M Selvam" userId="d6d9795e-cb7f-4ca4-909c-a1909c828893" providerId="ADAL" clId="{77D21AA8-553F-4AB2-8C7F-3DF8ADADA90D}" dt="2026-09-09T09:37:38.069" v="79" actId="14100"/>
          <ac:spMkLst>
            <pc:docMk/>
            <pc:sldMk cId="3239980978" sldId="1034"/>
            <ac:spMk id="3" creationId="{E0A18EB9-D0B2-3DF1-D33D-B8F4D4C25F3A}"/>
          </ac:spMkLst>
        </pc:spChg>
        <pc:picChg chg="del">
          <ac:chgData name="M Selvam" userId="d6d9795e-cb7f-4ca4-909c-a1909c828893" providerId="ADAL" clId="{77D21AA8-553F-4AB2-8C7F-3DF8ADADA90D}" dt="2026-09-09T09:37:33.516" v="78" actId="478"/>
          <ac:picMkLst>
            <pc:docMk/>
            <pc:sldMk cId="3239980978" sldId="1034"/>
            <ac:picMk id="4" creationId="{A4B4A364-138F-E303-4886-AF5B2A6A67C2}"/>
          </ac:picMkLst>
        </pc:picChg>
        <pc:picChg chg="add mod">
          <ac:chgData name="M Selvam" userId="d6d9795e-cb7f-4ca4-909c-a1909c828893" providerId="ADAL" clId="{77D21AA8-553F-4AB2-8C7F-3DF8ADADA90D}" dt="2026-09-09T09:44:00.668" v="184" actId="14100"/>
          <ac:picMkLst>
            <pc:docMk/>
            <pc:sldMk cId="3239980978" sldId="1034"/>
            <ac:picMk id="5" creationId="{C9FE1904-C542-AA1E-2C15-5A81417C962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3:06.414" v="169" actId="14100"/>
        <pc:sldMkLst>
          <pc:docMk/>
          <pc:sldMk cId="3059570066" sldId="1035"/>
        </pc:sldMkLst>
        <pc:spChg chg="mod">
          <ac:chgData name="M Selvam" userId="d6d9795e-cb7f-4ca4-909c-a1909c828893" providerId="ADAL" clId="{77D21AA8-553F-4AB2-8C7F-3DF8ADADA90D}" dt="2026-09-09T09:42:53.443" v="164" actId="14100"/>
          <ac:spMkLst>
            <pc:docMk/>
            <pc:sldMk cId="3059570066" sldId="1035"/>
            <ac:spMk id="3" creationId="{E9FA628F-2ADF-3838-19A4-F5C7D3B047C6}"/>
          </ac:spMkLst>
        </pc:spChg>
        <pc:picChg chg="del">
          <ac:chgData name="M Selvam" userId="d6d9795e-cb7f-4ca4-909c-a1909c828893" providerId="ADAL" clId="{77D21AA8-553F-4AB2-8C7F-3DF8ADADA90D}" dt="2026-09-09T09:42:48.747" v="163" actId="478"/>
          <ac:picMkLst>
            <pc:docMk/>
            <pc:sldMk cId="3059570066" sldId="1035"/>
            <ac:picMk id="4" creationId="{71125AB7-5BA8-788F-021C-7F45B124B02D}"/>
          </ac:picMkLst>
        </pc:picChg>
        <pc:picChg chg="add mod">
          <ac:chgData name="M Selvam" userId="d6d9795e-cb7f-4ca4-909c-a1909c828893" providerId="ADAL" clId="{77D21AA8-553F-4AB2-8C7F-3DF8ADADA90D}" dt="2026-09-09T09:43:06.414" v="169" actId="14100"/>
          <ac:picMkLst>
            <pc:docMk/>
            <pc:sldMk cId="3059570066" sldId="1035"/>
            <ac:picMk id="5" creationId="{EF45E307-6A9E-5159-8B35-ADF54C109682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08.883" v="186" actId="14100"/>
        <pc:sldMkLst>
          <pc:docMk/>
          <pc:sldMk cId="1532967047" sldId="1036"/>
        </pc:sldMkLst>
        <pc:picChg chg="del">
          <ac:chgData name="M Selvam" userId="d6d9795e-cb7f-4ca4-909c-a1909c828893" providerId="ADAL" clId="{77D21AA8-553F-4AB2-8C7F-3DF8ADADA90D}" dt="2026-09-09T09:38:20.900" v="86" actId="478"/>
          <ac:picMkLst>
            <pc:docMk/>
            <pc:sldMk cId="1532967047" sldId="1036"/>
            <ac:picMk id="4" creationId="{6F302A27-548C-EB9F-75AC-04869664022C}"/>
          </ac:picMkLst>
        </pc:picChg>
        <pc:picChg chg="add mod">
          <ac:chgData name="M Selvam" userId="d6d9795e-cb7f-4ca4-909c-a1909c828893" providerId="ADAL" clId="{77D21AA8-553F-4AB2-8C7F-3DF8ADADA90D}" dt="2026-09-09T09:44:08.883" v="186" actId="14100"/>
          <ac:picMkLst>
            <pc:docMk/>
            <pc:sldMk cId="1532967047" sldId="1036"/>
            <ac:picMk id="5" creationId="{8EAABE41-1A78-C313-15FA-4DAE2C1B936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4:13.574" v="187" actId="14100"/>
        <pc:sldMkLst>
          <pc:docMk/>
          <pc:sldMk cId="1613146428" sldId="1037"/>
        </pc:sldMkLst>
        <pc:spChg chg="add del">
          <ac:chgData name="M Selvam" userId="d6d9795e-cb7f-4ca4-909c-a1909c828893" providerId="ADAL" clId="{77D21AA8-553F-4AB2-8C7F-3DF8ADADA90D}" dt="2026-09-09T09:38:57.800" v="95"/>
          <ac:spMkLst>
            <pc:docMk/>
            <pc:sldMk cId="1613146428" sldId="1037"/>
            <ac:spMk id="2" creationId="{F5E6F616-BA4B-81FE-2F89-F371C90508B7}"/>
          </ac:spMkLst>
        </pc:spChg>
        <pc:spChg chg="mod">
          <ac:chgData name="M Selvam" userId="d6d9795e-cb7f-4ca4-909c-a1909c828893" providerId="ADAL" clId="{77D21AA8-553F-4AB2-8C7F-3DF8ADADA90D}" dt="2026-09-09T09:38:52.884" v="93" actId="14100"/>
          <ac:spMkLst>
            <pc:docMk/>
            <pc:sldMk cId="1613146428" sldId="1037"/>
            <ac:spMk id="3" creationId="{DF291E41-CF58-74B2-9E5F-75768CDC9158}"/>
          </ac:spMkLst>
        </pc:spChg>
        <pc:picChg chg="del mod">
          <ac:chgData name="M Selvam" userId="d6d9795e-cb7f-4ca4-909c-a1909c828893" providerId="ADAL" clId="{77D21AA8-553F-4AB2-8C7F-3DF8ADADA90D}" dt="2026-09-09T09:38:47.894" v="92" actId="478"/>
          <ac:picMkLst>
            <pc:docMk/>
            <pc:sldMk cId="1613146428" sldId="1037"/>
            <ac:picMk id="4" creationId="{C22FD9CF-9FEC-A241-0CC4-FD113EF594D4}"/>
          </ac:picMkLst>
        </pc:picChg>
        <pc:picChg chg="add mod">
          <ac:chgData name="M Selvam" userId="d6d9795e-cb7f-4ca4-909c-a1909c828893" providerId="ADAL" clId="{77D21AA8-553F-4AB2-8C7F-3DF8ADADA90D}" dt="2026-09-09T09:38:57.800" v="95"/>
          <ac:picMkLst>
            <pc:docMk/>
            <pc:sldMk cId="1613146428" sldId="1037"/>
            <ac:picMk id="5" creationId="{BB8AD62B-6EA9-E005-B618-9B63878987AA}"/>
          </ac:picMkLst>
        </pc:picChg>
        <pc:picChg chg="add mod">
          <ac:chgData name="M Selvam" userId="d6d9795e-cb7f-4ca4-909c-a1909c828893" providerId="ADAL" clId="{77D21AA8-553F-4AB2-8C7F-3DF8ADADA90D}" dt="2026-09-09T09:44:13.574" v="187" actId="14100"/>
          <ac:picMkLst>
            <pc:docMk/>
            <pc:sldMk cId="1613146428" sldId="1037"/>
            <ac:picMk id="6" creationId="{4321D194-BF7A-AFFD-A853-AAA15D97525B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0:22.150" v="122" actId="1076"/>
        <pc:sldMkLst>
          <pc:docMk/>
          <pc:sldMk cId="2661305800" sldId="1038"/>
        </pc:sldMkLst>
        <pc:picChg chg="del">
          <ac:chgData name="M Selvam" userId="d6d9795e-cb7f-4ca4-909c-a1909c828893" providerId="ADAL" clId="{77D21AA8-553F-4AB2-8C7F-3DF8ADADA90D}" dt="2026-09-09T09:40:10.567" v="118" actId="478"/>
          <ac:picMkLst>
            <pc:docMk/>
            <pc:sldMk cId="2661305800" sldId="1038"/>
            <ac:picMk id="4" creationId="{C5D421F7-34F6-B423-BD32-6AFD7732491C}"/>
          </ac:picMkLst>
        </pc:picChg>
        <pc:picChg chg="add mod">
          <ac:chgData name="M Selvam" userId="d6d9795e-cb7f-4ca4-909c-a1909c828893" providerId="ADAL" clId="{77D21AA8-553F-4AB2-8C7F-3DF8ADADA90D}" dt="2026-09-09T09:40:22.150" v="122" actId="1076"/>
          <ac:picMkLst>
            <pc:docMk/>
            <pc:sldMk cId="2661305800" sldId="1038"/>
            <ac:picMk id="5" creationId="{69E31CD9-0893-71CD-A52F-CE13AF034AAA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00.577" v="129" actId="1076"/>
        <pc:sldMkLst>
          <pc:docMk/>
          <pc:sldMk cId="3151414207" sldId="1039"/>
        </pc:sldMkLst>
        <pc:spChg chg="mod">
          <ac:chgData name="M Selvam" userId="d6d9795e-cb7f-4ca4-909c-a1909c828893" providerId="ADAL" clId="{77D21AA8-553F-4AB2-8C7F-3DF8ADADA90D}" dt="2026-09-09T09:40:49.037" v="124" actId="14100"/>
          <ac:spMkLst>
            <pc:docMk/>
            <pc:sldMk cId="3151414207" sldId="1039"/>
            <ac:spMk id="3" creationId="{ED121F08-AD64-6706-BBF1-E99AD8E172AB}"/>
          </ac:spMkLst>
        </pc:spChg>
        <pc:picChg chg="del">
          <ac:chgData name="M Selvam" userId="d6d9795e-cb7f-4ca4-909c-a1909c828893" providerId="ADAL" clId="{77D21AA8-553F-4AB2-8C7F-3DF8ADADA90D}" dt="2026-09-09T09:40:40.759" v="123" actId="478"/>
          <ac:picMkLst>
            <pc:docMk/>
            <pc:sldMk cId="3151414207" sldId="1039"/>
            <ac:picMk id="4" creationId="{4B688A92-D094-DFA8-C37F-55F638A100ED}"/>
          </ac:picMkLst>
        </pc:picChg>
        <pc:picChg chg="add mod">
          <ac:chgData name="M Selvam" userId="d6d9795e-cb7f-4ca4-909c-a1909c828893" providerId="ADAL" clId="{77D21AA8-553F-4AB2-8C7F-3DF8ADADA90D}" dt="2026-09-09T09:41:00.577" v="129" actId="1076"/>
          <ac:picMkLst>
            <pc:docMk/>
            <pc:sldMk cId="3151414207" sldId="1039"/>
            <ac:picMk id="5" creationId="{5E41F741-6C92-DBA8-8287-DCADD1E7CA3D}"/>
          </ac:picMkLst>
        </pc:picChg>
      </pc:sldChg>
      <pc:sldChg chg="addSp delSp modSp mod">
        <pc:chgData name="M Selvam" userId="d6d9795e-cb7f-4ca4-909c-a1909c828893" providerId="ADAL" clId="{77D21AA8-553F-4AB2-8C7F-3DF8ADADA90D}" dt="2026-09-09T09:41:21.724" v="136" actId="14100"/>
        <pc:sldMkLst>
          <pc:docMk/>
          <pc:sldMk cId="3424103010" sldId="1040"/>
        </pc:sldMkLst>
        <pc:picChg chg="del">
          <ac:chgData name="M Selvam" userId="d6d9795e-cb7f-4ca4-909c-a1909c828893" providerId="ADAL" clId="{77D21AA8-553F-4AB2-8C7F-3DF8ADADA90D}" dt="2026-09-09T09:41:05.040" v="130" actId="478"/>
          <ac:picMkLst>
            <pc:docMk/>
            <pc:sldMk cId="3424103010" sldId="1040"/>
            <ac:picMk id="4" creationId="{C4D81696-053B-0369-CCCB-94A69D7BFF89}"/>
          </ac:picMkLst>
        </pc:picChg>
        <pc:picChg chg="add mod">
          <ac:chgData name="M Selvam" userId="d6d9795e-cb7f-4ca4-909c-a1909c828893" providerId="ADAL" clId="{77D21AA8-553F-4AB2-8C7F-3DF8ADADA90D}" dt="2026-09-09T09:41:21.724" v="136" actId="14100"/>
          <ac:picMkLst>
            <pc:docMk/>
            <pc:sldMk cId="3424103010" sldId="1040"/>
            <ac:picMk id="5" creationId="{34E27D2C-6F90-7DF9-AB19-4F214FE76D09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3:17.269" v="278" actId="20577"/>
        <pc:sldMkLst>
          <pc:docMk/>
          <pc:sldMk cId="4207118935" sldId="1041"/>
        </pc:sldMkLst>
        <pc:spChg chg="mod">
          <ac:chgData name="M Selvam" userId="d6d9795e-cb7f-4ca4-909c-a1909c828893" providerId="ADAL" clId="{77D21AA8-553F-4AB2-8C7F-3DF8ADADA90D}" dt="2026-09-09T10:43:17.269" v="278" actId="20577"/>
          <ac:spMkLst>
            <pc:docMk/>
            <pc:sldMk cId="4207118935" sldId="1041"/>
            <ac:spMk id="3" creationId="{69625804-55EE-9262-0513-B15AAAE3703A}"/>
          </ac:spMkLst>
        </pc:spChg>
        <pc:picChg chg="del">
          <ac:chgData name="M Selvam" userId="d6d9795e-cb7f-4ca4-909c-a1909c828893" providerId="ADAL" clId="{77D21AA8-553F-4AB2-8C7F-3DF8ADADA90D}" dt="2026-09-09T09:41:28.323" v="137" actId="478"/>
          <ac:picMkLst>
            <pc:docMk/>
            <pc:sldMk cId="4207118935" sldId="1041"/>
            <ac:picMk id="4" creationId="{C41EDFA5-D4F7-CF5E-05CA-F1D090EE9A81}"/>
          </ac:picMkLst>
        </pc:picChg>
        <pc:picChg chg="add mod">
          <ac:chgData name="M Selvam" userId="d6d9795e-cb7f-4ca4-909c-a1909c828893" providerId="ADAL" clId="{77D21AA8-553F-4AB2-8C7F-3DF8ADADA90D}" dt="2026-09-09T09:41:41.475" v="142" actId="14100"/>
          <ac:picMkLst>
            <pc:docMk/>
            <pc:sldMk cId="4207118935" sldId="1041"/>
            <ac:picMk id="5" creationId="{81A1E605-EF66-503F-9EFE-62349AAAD9CE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26.372" v="334" actId="20577"/>
        <pc:sldMkLst>
          <pc:docMk/>
          <pc:sldMk cId="3059336372" sldId="1042"/>
        </pc:sldMkLst>
        <pc:spChg chg="mod">
          <ac:chgData name="M Selvam" userId="d6d9795e-cb7f-4ca4-909c-a1909c828893" providerId="ADAL" clId="{77D21AA8-553F-4AB2-8C7F-3DF8ADADA90D}" dt="2026-09-09T10:44:26.372" v="334" actId="20577"/>
          <ac:spMkLst>
            <pc:docMk/>
            <pc:sldMk cId="3059336372" sldId="1042"/>
            <ac:spMk id="3" creationId="{D11D1431-CBB1-2E8B-9D61-C266D7E354F4}"/>
          </ac:spMkLst>
        </pc:spChg>
        <pc:picChg chg="del">
          <ac:chgData name="M Selvam" userId="d6d9795e-cb7f-4ca4-909c-a1909c828893" providerId="ADAL" clId="{77D21AA8-553F-4AB2-8C7F-3DF8ADADA90D}" dt="2026-09-09T09:42:08.347" v="150" actId="478"/>
          <ac:picMkLst>
            <pc:docMk/>
            <pc:sldMk cId="3059336372" sldId="1042"/>
            <ac:picMk id="4" creationId="{B7BACBCA-7175-4B4F-1E27-85287EF57161}"/>
          </ac:picMkLst>
        </pc:picChg>
        <pc:picChg chg="add mod">
          <ac:chgData name="M Selvam" userId="d6d9795e-cb7f-4ca4-909c-a1909c828893" providerId="ADAL" clId="{77D21AA8-553F-4AB2-8C7F-3DF8ADADA90D}" dt="2026-09-09T09:42:19.030" v="154" actId="1076"/>
          <ac:picMkLst>
            <pc:docMk/>
            <pc:sldMk cId="3059336372" sldId="1042"/>
            <ac:picMk id="5" creationId="{EC9D29C0-805E-09D5-FBBC-105D2D7A27FA}"/>
          </ac:picMkLst>
        </pc:picChg>
      </pc:sldChg>
      <pc:sldChg chg="addSp delSp modSp mod">
        <pc:chgData name="M Selvam" userId="d6d9795e-cb7f-4ca4-909c-a1909c828893" providerId="ADAL" clId="{77D21AA8-553F-4AB2-8C7F-3DF8ADADA90D}" dt="2026-09-09T10:44:44.818" v="358" actId="20577"/>
        <pc:sldMkLst>
          <pc:docMk/>
          <pc:sldMk cId="2649194420" sldId="1043"/>
        </pc:sldMkLst>
        <pc:spChg chg="mod">
          <ac:chgData name="M Selvam" userId="d6d9795e-cb7f-4ca4-909c-a1909c828893" providerId="ADAL" clId="{77D21AA8-553F-4AB2-8C7F-3DF8ADADA90D}" dt="2026-09-09T10:44:44.818" v="358" actId="20577"/>
          <ac:spMkLst>
            <pc:docMk/>
            <pc:sldMk cId="2649194420" sldId="1043"/>
            <ac:spMk id="3" creationId="{BFD1F075-A6AF-DC0E-0383-CB3781E97989}"/>
          </ac:spMkLst>
        </pc:spChg>
        <pc:picChg chg="del">
          <ac:chgData name="M Selvam" userId="d6d9795e-cb7f-4ca4-909c-a1909c828893" providerId="ADAL" clId="{77D21AA8-553F-4AB2-8C7F-3DF8ADADA90D}" dt="2026-09-09T09:42:22.604" v="155" actId="478"/>
          <ac:picMkLst>
            <pc:docMk/>
            <pc:sldMk cId="2649194420" sldId="1043"/>
            <ac:picMk id="4" creationId="{18FD9FB3-6EC2-DEB2-9BE4-5349E73E5C4A}"/>
          </ac:picMkLst>
        </pc:picChg>
        <pc:picChg chg="add mod">
          <ac:chgData name="M Selvam" userId="d6d9795e-cb7f-4ca4-909c-a1909c828893" providerId="ADAL" clId="{77D21AA8-553F-4AB2-8C7F-3DF8ADADA90D}" dt="2026-09-09T09:42:42.897" v="162" actId="14100"/>
          <ac:picMkLst>
            <pc:docMk/>
            <pc:sldMk cId="2649194420" sldId="1043"/>
            <ac:picMk id="5" creationId="{CD3C8A54-DB36-4EFB-9F5E-BC062E18F093}"/>
          </ac:picMkLst>
        </pc:picChg>
      </pc:sldChg>
      <pc:sldChg chg="modSp add mod">
        <pc:chgData name="M Selvam" userId="d6d9795e-cb7f-4ca4-909c-a1909c828893" providerId="ADAL" clId="{77D21AA8-553F-4AB2-8C7F-3DF8ADADA90D}" dt="2026-09-09T10:42:46.846" v="218" actId="20577"/>
        <pc:sldMkLst>
          <pc:docMk/>
          <pc:sldMk cId="2150593120" sldId="1044"/>
        </pc:sldMkLst>
        <pc:spChg chg="mod">
          <ac:chgData name="M Selvam" userId="d6d9795e-cb7f-4ca4-909c-a1909c828893" providerId="ADAL" clId="{77D21AA8-553F-4AB2-8C7F-3DF8ADADA90D}" dt="2026-09-09T10:42:46.846" v="218" actId="20577"/>
          <ac:spMkLst>
            <pc:docMk/>
            <pc:sldMk cId="2150593120" sldId="1044"/>
            <ac:spMk id="3" creationId="{A32D421F-1615-2669-0698-211111DAE13D}"/>
          </ac:spMkLst>
        </pc:spChg>
      </pc:sldChg>
      <pc:sldChg chg="modSp add mod">
        <pc:chgData name="M Selvam" userId="d6d9795e-cb7f-4ca4-909c-a1909c828893" providerId="ADAL" clId="{77D21AA8-553F-4AB2-8C7F-3DF8ADADA90D}" dt="2026-09-09T10:43:04.298" v="256" actId="20577"/>
        <pc:sldMkLst>
          <pc:docMk/>
          <pc:sldMk cId="3967463539" sldId="1045"/>
        </pc:sldMkLst>
        <pc:spChg chg="mod">
          <ac:chgData name="M Selvam" userId="d6d9795e-cb7f-4ca4-909c-a1909c828893" providerId="ADAL" clId="{77D21AA8-553F-4AB2-8C7F-3DF8ADADA90D}" dt="2026-09-09T10:43:04.298" v="256" actId="20577"/>
          <ac:spMkLst>
            <pc:docMk/>
            <pc:sldMk cId="3967463539" sldId="1045"/>
            <ac:spMk id="3" creationId="{64961CD4-3E10-98EF-AD19-1669748F6FCB}"/>
          </ac:spMkLst>
        </pc:spChg>
      </pc:sldChg>
      <pc:sldChg chg="add del">
        <pc:chgData name="M Selvam" userId="d6d9795e-cb7f-4ca4-909c-a1909c828893" providerId="ADAL" clId="{77D21AA8-553F-4AB2-8C7F-3DF8ADADA90D}" dt="2026-09-09T10:44:54.063" v="359" actId="47"/>
        <pc:sldMkLst>
          <pc:docMk/>
          <pc:sldMk cId="2190406105" sldId="10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714" y="1945618"/>
            <a:ext cx="10270959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sz="2800" dirty="0">
                <a:latin typeface="Times New Roman"/>
              </a:rPr>
              <a:t>Team Members:</a:t>
            </a:r>
            <a:endParaRPr lang="en-IN" sz="2800" dirty="0">
              <a:latin typeface="Times New Roman"/>
            </a:endParaRPr>
          </a:p>
          <a:p>
            <a:pPr algn="l">
              <a:buNone/>
            </a:pPr>
            <a:r>
              <a:rPr lang="en-IN" sz="2400" dirty="0">
                <a:latin typeface="Times New Roman"/>
              </a:rPr>
              <a:t>	</a:t>
            </a:r>
            <a:r>
              <a:rPr sz="2800" dirty="0">
                <a:latin typeface="Times New Roman"/>
              </a:rPr>
              <a:t>1. Shikhar Srivastava                 2411021061140</a:t>
            </a:r>
            <a:endParaRPr lang="en-IN" sz="2800" dirty="0">
              <a:latin typeface="Times New Roman"/>
            </a:endParaRPr>
          </a:p>
          <a:p>
            <a:pPr algn="l">
              <a:buNone/>
            </a:pPr>
            <a:r>
              <a:rPr lang="en-IN" sz="2800" dirty="0">
                <a:latin typeface="Times New Roman"/>
              </a:rPr>
              <a:t>	</a:t>
            </a:r>
            <a:r>
              <a:rPr sz="2800" dirty="0">
                <a:latin typeface="Times New Roman"/>
              </a:rPr>
              <a:t>2. Shashank Patel                       2411021061117</a:t>
            </a:r>
            <a:endParaRPr lang="en-IN" sz="2800" dirty="0">
              <a:latin typeface="Times New Roman"/>
            </a:endParaRPr>
          </a:p>
          <a:p>
            <a:pPr algn="l">
              <a:buNone/>
            </a:pPr>
            <a:r>
              <a:rPr lang="en-IN" sz="2800" dirty="0">
                <a:latin typeface="Times New Roman"/>
              </a:rPr>
              <a:t>	</a:t>
            </a:r>
            <a:r>
              <a:rPr sz="2800" dirty="0">
                <a:latin typeface="Times New Roman"/>
              </a:rPr>
              <a:t>3. Anmol Poddar                        2411021061144</a:t>
            </a:r>
            <a:endParaRPr lang="en-IN" sz="2800" dirty="0">
              <a:latin typeface="Times New Roman"/>
            </a:endParaRPr>
          </a:p>
          <a:p>
            <a:pPr algn="l">
              <a:buNone/>
            </a:pPr>
            <a:r>
              <a:rPr lang="en-IN" sz="2800" dirty="0">
                <a:latin typeface="Times New Roman"/>
              </a:rPr>
              <a:t>	</a:t>
            </a:r>
            <a:r>
              <a:rPr sz="2800" dirty="0">
                <a:latin typeface="Times New Roman"/>
              </a:rPr>
              <a:t>4. Pankaj Pandurang Tike          2411021061162</a:t>
            </a:r>
          </a:p>
          <a:p>
            <a:pPr>
              <a:buNone/>
            </a:pPr>
            <a:endParaRPr lang="en-IN" sz="2400" dirty="0">
              <a:latin typeface="Times New Roman"/>
            </a:endParaRPr>
          </a:p>
          <a:p>
            <a:pPr algn="l">
              <a:buNone/>
            </a:pPr>
            <a:r>
              <a:rPr dirty="0">
                <a:latin typeface="Times New Roman"/>
              </a:rPr>
              <a:t>Name of the Mentor: Mr. Sachin Kumar</a:t>
            </a:r>
          </a:p>
          <a:p>
            <a:pPr algn="l">
              <a:buNone/>
            </a:pPr>
            <a:r>
              <a:rPr sz="3000" dirty="0">
                <a:latin typeface="Bookman Old Style" panose="02050604050505020204" pitchFamily="18" charset="0"/>
              </a:rPr>
              <a:t>E1ITA306 Design Project -1</a:t>
            </a: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641684" y="800760"/>
            <a:ext cx="11742821" cy="7491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SG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Reasoning-Guided Multimodal Captioning of Satellite Images Using Contrastive Language–Image Pre-training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71D20-F6B2-348C-6B60-AFE0319E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189" y="153857"/>
            <a:ext cx="3393483" cy="6308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79483"/>
            <a:ext cx="11175032" cy="62625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 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from the literature review</a:t>
            </a:r>
          </a:p>
          <a:p>
            <a:pPr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</a:p>
          <a:p>
            <a:pPr>
              <a:lnSpc>
                <a:spcPct val="150000"/>
              </a:lnSpc>
              <a:buFontTx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914400" lvl="1" indent="-514350">
              <a:buAutoNum type="alphaL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82" y="171803"/>
            <a:ext cx="6180944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FBD98C-77FA-F4F3-D8D1-E351DADE67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5" y="297702"/>
            <a:ext cx="3210257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0" dirty="0">
              <a:latin typeface="Times New Roman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1133221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 err="1">
                <a:latin typeface="Times New Roman"/>
              </a:rPr>
              <a:t>SatelliteSense</a:t>
            </a:r>
            <a:r>
              <a:rPr lang="en-US" sz="2400" dirty="0">
                <a:latin typeface="Times New Roman"/>
              </a:rPr>
              <a:t> is an initial idea for more transparent satellite-image understanding.
From our literature review, we found three common directions: better remote-sensing</a:t>
            </a:r>
          </a:p>
          <a:p>
            <a:pPr>
              <a:buNone/>
            </a:pPr>
            <a:r>
              <a:rPr lang="en-US" sz="2400" dirty="0">
                <a:latin typeface="Times New Roman"/>
              </a:rPr>
              <a:t>vision-language models, spatial reasoning, and temporal/change understanding.
Our idea is to connect these directions so that a generated description can be linked to</a:t>
            </a:r>
          </a:p>
          <a:p>
            <a:pPr>
              <a:buNone/>
            </a:pPr>
            <a:r>
              <a:rPr lang="en-US" sz="2400" dirty="0">
                <a:latin typeface="Times New Roman"/>
              </a:rPr>
              <a:t>visual evidence and, when needed, changes across images.</a:t>
            </a:r>
            <a:endParaRPr lang="en-US" sz="2400" b="0" dirty="0">
              <a:latin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6E4DE-BCE0-C9B2-CDC2-1E28119D8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56" y="134859"/>
            <a:ext cx="3184992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B03B4-DE94-29CC-B902-989E2083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 b="1" dirty="0">
                <a:latin typeface="Times New Roman"/>
              </a:rPr>
              <a:t>Review of Literature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980399"/>
              </p:ext>
            </p:extLst>
          </p:nvPr>
        </p:nvGraphicFramePr>
        <p:xfrm>
          <a:off x="493773" y="758261"/>
          <a:ext cx="11088627" cy="5521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199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19994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196786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794333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1976464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09851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9059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S.No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Author / Year / 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Times New Roman"/>
                        </a:rPr>
                        <a:t>Main Idea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Times New Roman"/>
                        </a:rPr>
                        <a:t>What the Paper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Useful for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Gap / Limitation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126001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Junwei </a:t>
                      </a:r>
                      <a:r>
                        <a:rPr sz="1400" b="0" dirty="0">
                          <a:latin typeface="Times New Roman"/>
                        </a:rPr>
                        <a:t>Luo 
</a:t>
                      </a:r>
                      <a:r>
                        <a:rPr sz="1400" b="0" dirty="0" err="1">
                          <a:latin typeface="Times New Roman"/>
                        </a:rPr>
                        <a:t>SkySenseGPT</a:t>
                      </a:r>
                      <a:r>
                        <a:rPr sz="1400" b="0" dirty="0">
                          <a:latin typeface="Times New Roman"/>
                        </a:rPr>
                        <a:t>
</a:t>
                      </a:r>
                      <a:r>
                        <a:rPr lang="en-IN" sz="1400" b="0" dirty="0">
                          <a:latin typeface="Times New Roman"/>
                        </a:rPr>
                        <a:t>(2024)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Fine-grained instruction tuning + scene-graph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Tests spatial relation and scene-graph understanding.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Motivates spatial relations and S-R-O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Complex spatial relations are still difficult.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172885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Yan </a:t>
                      </a:r>
                      <a:r>
                        <a:rPr sz="1400" b="0" dirty="0">
                          <a:latin typeface="Times New Roman"/>
                        </a:rPr>
                        <a:t>Shu 
</a:t>
                      </a:r>
                      <a:r>
                        <a:rPr sz="1400" b="0" dirty="0" err="1">
                          <a:latin typeface="Times New Roman"/>
                        </a:rPr>
                        <a:t>TerraScope</a:t>
                      </a:r>
                      <a:endParaRPr lang="en-IN" sz="1400" b="0" dirty="0">
                        <a:latin typeface="Times New Roman"/>
                      </a:endParaRPr>
                    </a:p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(2026)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Pixel-grounded reasoning using segmentation masks; also handles time.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Evaluates answer accuracy and mask quality.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Motivates visual evidence and temporal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High data and training complexity.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162629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Yakoub </a:t>
                      </a:r>
                      <a:r>
                        <a:rPr sz="1400" b="0" dirty="0">
                          <a:latin typeface="Times New Roman"/>
                        </a:rPr>
                        <a:t>Bazi 
RS-</a:t>
                      </a:r>
                      <a:r>
                        <a:rPr sz="1400" b="0" dirty="0" err="1">
                          <a:latin typeface="Times New Roman"/>
                        </a:rPr>
                        <a:t>LLaVA</a:t>
                      </a:r>
                      <a:r>
                        <a:rPr sz="1400" b="0" dirty="0">
                          <a:latin typeface="Times New Roman"/>
                        </a:rPr>
                        <a:t>
Remote Sensing, 16(9), 1477</a:t>
                      </a:r>
                      <a:endParaRPr lang="en-IN" sz="1400" b="0" dirty="0">
                        <a:latin typeface="Times New Roman"/>
                      </a:endParaRPr>
                    </a:p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(2024)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latin typeface="Times New Roman"/>
                        </a:rPr>
                        <a:t>LLaVA</a:t>
                      </a:r>
                      <a:r>
                        <a:rPr sz="1400" b="0" dirty="0">
                          <a:latin typeface="Times New Roman"/>
                        </a:rPr>
                        <a:t> adapted with </a:t>
                      </a:r>
                      <a:r>
                        <a:rPr sz="1400" b="0" dirty="0" err="1">
                          <a:latin typeface="Times New Roman"/>
                        </a:rPr>
                        <a:t>LoRA</a:t>
                      </a:r>
                      <a:r>
                        <a:rPr sz="1400" b="0" dirty="0">
                          <a:latin typeface="Times New Roman"/>
                        </a:rPr>
                        <a:t> for captioning and VQA.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Shows one model can handle multiple RS language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Supports a unified vision-language approach.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Large-model cost; grounding and change detection remain open.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71B53F3-540A-8282-CDE9-91C7F1D75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5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2E99C9E-6A0E-333F-5A49-29CB3CF69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5448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 b="1" dirty="0">
                <a:latin typeface="Times New Roman"/>
              </a:rPr>
              <a:t>Review of Literature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0844F9-8385-782E-0B9C-345478913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8330068"/>
              </p:ext>
            </p:extLst>
          </p:nvPr>
        </p:nvGraphicFramePr>
        <p:xfrm>
          <a:off x="493773" y="758261"/>
          <a:ext cx="11088627" cy="5521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199">
                  <a:extLst>
                    <a:ext uri="{9D8B030D-6E8A-4147-A177-3AD203B41FA5}">
                      <a16:colId xmlns:a16="http://schemas.microsoft.com/office/drawing/2014/main" val="3476363090"/>
                    </a:ext>
                  </a:extLst>
                </a:gridCol>
                <a:gridCol w="2519994">
                  <a:extLst>
                    <a:ext uri="{9D8B030D-6E8A-4147-A177-3AD203B41FA5}">
                      <a16:colId xmlns:a16="http://schemas.microsoft.com/office/drawing/2014/main" val="3690190586"/>
                    </a:ext>
                  </a:extLst>
                </a:gridCol>
                <a:gridCol w="2196786">
                  <a:extLst>
                    <a:ext uri="{9D8B030D-6E8A-4147-A177-3AD203B41FA5}">
                      <a16:colId xmlns:a16="http://schemas.microsoft.com/office/drawing/2014/main" val="363996245"/>
                    </a:ext>
                  </a:extLst>
                </a:gridCol>
                <a:gridCol w="1794333">
                  <a:extLst>
                    <a:ext uri="{9D8B030D-6E8A-4147-A177-3AD203B41FA5}">
                      <a16:colId xmlns:a16="http://schemas.microsoft.com/office/drawing/2014/main" val="3098826648"/>
                    </a:ext>
                  </a:extLst>
                </a:gridCol>
                <a:gridCol w="1976464">
                  <a:extLst>
                    <a:ext uri="{9D8B030D-6E8A-4147-A177-3AD203B41FA5}">
                      <a16:colId xmlns:a16="http://schemas.microsoft.com/office/drawing/2014/main" val="646655925"/>
                    </a:ext>
                  </a:extLst>
                </a:gridCol>
                <a:gridCol w="1909851">
                  <a:extLst>
                    <a:ext uri="{9D8B030D-6E8A-4147-A177-3AD203B41FA5}">
                      <a16:colId xmlns:a16="http://schemas.microsoft.com/office/drawing/2014/main" val="923233871"/>
                    </a:ext>
                  </a:extLst>
                </a:gridCol>
              </a:tblGrid>
              <a:tr h="90594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S.No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Author / Year / 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Main Idea /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What the Paper 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latin typeface="Times New Roman"/>
                        </a:rPr>
                        <a:t>Useful for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latin typeface="Times New Roman"/>
                        </a:rPr>
                        <a:t>Gap / Limitation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1171937"/>
                  </a:ext>
                </a:extLst>
              </a:tr>
              <a:tr h="126001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Wei </a:t>
                      </a:r>
                      <a:r>
                        <a:rPr sz="1400" b="0" dirty="0">
                          <a:latin typeface="Times New Roman"/>
                        </a:rPr>
                        <a:t>Zhang 
</a:t>
                      </a:r>
                      <a:r>
                        <a:rPr sz="1400" b="0" dirty="0" err="1">
                          <a:latin typeface="Times New Roman"/>
                        </a:rPr>
                        <a:t>EarthGPT</a:t>
                      </a:r>
                      <a:r>
                        <a:rPr sz="1400" b="0" dirty="0">
                          <a:latin typeface="Times New Roman"/>
                        </a:rPr>
                        <a:t>
IEEE TGRS</a:t>
                      </a:r>
                      <a:endParaRPr lang="en-IN" sz="1400" b="0" dirty="0">
                        <a:latin typeface="Times New Roman"/>
                      </a:endParaRPr>
                    </a:p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(2024)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Multi-sensor MLLM with visual enhancement and instruction tuning.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Supports captioning, VQA, grounding and detection across sensors.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Shows value of multi-task RS understanding.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Broad system; fine-grained reasoning remains open.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3371691"/>
                  </a:ext>
                </a:extLst>
              </a:tr>
              <a:tr h="172885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5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Javier Lamar </a:t>
                      </a:r>
                      <a:r>
                        <a:rPr sz="1400" b="0" dirty="0">
                          <a:latin typeface="Times New Roman"/>
                        </a:rPr>
                        <a:t>León 
MVLT-</a:t>
                      </a:r>
                      <a:r>
                        <a:rPr sz="1400" b="0" dirty="0" err="1">
                          <a:latin typeface="Times New Roman"/>
                        </a:rPr>
                        <a:t>LoRA</a:t>
                      </a:r>
                      <a:r>
                        <a:rPr sz="1400" b="0" dirty="0">
                          <a:latin typeface="Times New Roman"/>
                        </a:rPr>
                        <a:t>-CC
Remote Sensing, 18, 166</a:t>
                      </a:r>
                      <a:endParaRPr lang="en-IN" sz="1400" b="0" dirty="0">
                        <a:latin typeface="Times New Roman"/>
                      </a:endParaRPr>
                    </a:p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(2026)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ViT + LLM + LoRA for multi-temporal change captioning.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Evaluated on LEVIR-CC for change and no-change cases.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Supports temporal change description.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More work needed on multi-sensor and cross-dataset use.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6591487"/>
                  </a:ext>
                </a:extLst>
              </a:tr>
              <a:tr h="162629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6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0" dirty="0" err="1">
                          <a:latin typeface="Times New Roman"/>
                        </a:rPr>
                        <a:t>Chenyang</a:t>
                      </a:r>
                      <a:r>
                        <a:rPr lang="en-IN" sz="1400" b="0" dirty="0">
                          <a:latin typeface="Times New Roman"/>
                        </a:rPr>
                        <a:t> </a:t>
                      </a:r>
                      <a:r>
                        <a:rPr sz="1400" b="0" dirty="0">
                          <a:latin typeface="Times New Roman"/>
                        </a:rPr>
                        <a:t>Liu 
RS-STVLM Survey</a:t>
                      </a:r>
                      <a:endParaRPr lang="en-IN" sz="1400" b="0" dirty="0">
                        <a:latin typeface="Times New Roman"/>
                      </a:endParaRPr>
                    </a:p>
                    <a:p>
                      <a:pPr algn="l"/>
                      <a:r>
                        <a:rPr lang="en-IN" sz="1400" b="0" dirty="0">
                          <a:latin typeface="Times New Roman"/>
                        </a:rPr>
                        <a:t>(2025)</a:t>
                      </a:r>
                      <a:endParaRPr sz="1400" b="0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Reviews spatiotemporal VLM tasks, models, datasets and gaps.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Shows the field is growing but still fragmented.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latin typeface="Times New Roman"/>
                        </a:rPr>
                        <a:t>Helps identify open research directions.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latin typeface="Times New Roman"/>
                        </a:rPr>
                        <a:t>Spatiotemporal models are not yet fully unified.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5159323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FA8E604-8BEB-2B87-E530-7EDA2E2F54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140300"/>
            <a:ext cx="3135306" cy="563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4006D7-2A1D-A4B2-63D6-92A249697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159263"/>
            <a:ext cx="11357811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1000"/>
              </a:spcAft>
              <a:buNone/>
              <a:defRPr sz="2200">
                <a:solidFill>
                  <a:srgbClr val="000000"/>
                </a:solidFill>
                <a:latin typeface="Times New Roman"/>
              </a:defRPr>
            </a:pPr>
            <a:r>
              <a:rPr sz="2400" b="0" dirty="0">
                <a:latin typeface="Times New Roman"/>
              </a:rPr>
              <a:t>• Remote-sensing VLMs are moving from simple captioning toward reasoning an</a:t>
            </a:r>
            <a:r>
              <a:rPr lang="en-IN" sz="2400" b="0" dirty="0">
                <a:latin typeface="Times New Roman"/>
              </a:rPr>
              <a:t>d  multitask understanding.
• </a:t>
            </a:r>
            <a:r>
              <a:rPr lang="en-IN" sz="2400" b="0" dirty="0" err="1">
                <a:latin typeface="Times New Roman"/>
              </a:rPr>
              <a:t>SkySenseGPT</a:t>
            </a:r>
            <a:r>
              <a:rPr lang="en-IN" sz="2400" b="0" dirty="0">
                <a:latin typeface="Times New Roman"/>
              </a:rPr>
              <a:t> focuses on spatial relations and scene graphs.
• </a:t>
            </a:r>
            <a:r>
              <a:rPr lang="en-IN" sz="2400" b="0" dirty="0" err="1">
                <a:latin typeface="Times New Roman"/>
              </a:rPr>
              <a:t>TerraScope</a:t>
            </a:r>
            <a:r>
              <a:rPr lang="en-IN" sz="2400" b="0" dirty="0">
                <a:latin typeface="Times New Roman"/>
              </a:rPr>
              <a:t> adds pixel-level evidence and temporal reasoning.
• </a:t>
            </a:r>
            <a:r>
              <a:rPr lang="en-IN" sz="2400" b="0" dirty="0" err="1">
                <a:latin typeface="Times New Roman"/>
              </a:rPr>
              <a:t>EarthGPT</a:t>
            </a:r>
            <a:r>
              <a:rPr lang="en-IN" sz="2400" b="0" dirty="0">
                <a:latin typeface="Times New Roman"/>
              </a:rPr>
              <a:t> and RS-</a:t>
            </a:r>
            <a:r>
              <a:rPr lang="en-IN" sz="2400" b="0" dirty="0" err="1">
                <a:latin typeface="Times New Roman"/>
              </a:rPr>
              <a:t>LLaVA</a:t>
            </a:r>
            <a:r>
              <a:rPr lang="en-IN" sz="2400" b="0" dirty="0">
                <a:latin typeface="Times New Roman"/>
              </a:rPr>
              <a:t> show the value of unified multi-task models.
• Change-captioning research shows that time-based understanding is important.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40118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sz="3200" b="1">
                <a:latin typeface="Times New Roman"/>
              </a:rPr>
              <a:t>Observations from the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D2E993-E474-0C27-DF8A-10B6A433E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9" y="228601"/>
            <a:ext cx="26395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Times New Roman"/>
              </a:defRPr>
            </a:pPr>
            <a:r>
              <a:rPr sz="2400" b="0" dirty="0">
                <a:latin typeface="Times New Roman"/>
              </a:rPr>
              <a:t>• Generated text may not clearly show which image region supports a claim.
• Spatial reasoning can still be difficult for complex scenes.
• Pixel-level grounding needs extra data and training effort.
• Large multimodal models can be expensive to run.
• Spatial reasoning, evidence and temporal change are often handled separately.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140315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from the Literature Review</a:t>
            </a:r>
            <a:endParaRPr sz="3200" b="1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88C9D-2D30-3125-69F0-8049573055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6" y="300192"/>
            <a:ext cx="2783174" cy="49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  <a:defRPr/>
            </a:pPr>
            <a:r>
              <a:rPr sz="2200" b="0">
                <a:latin typeface="Times New Roman"/>
              </a:rPr>
              <a:t>Existing models can describe satellite images, but the description may not clearly show:
• what visual evidence supports each claim,
• how objects are related spatially, and
• what changed between two images.
We therefore want to explore a single, simple pipeline that connects these three aspects.</a:t>
            </a:r>
            <a:endParaRPr lang="en-IN" sz="2200" b="0" dirty="0"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7485089" cy="563562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Scope of the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E1904-C542-AA1E-2C15-5A81417C96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197" y="229141"/>
            <a:ext cx="2900179" cy="56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7EA18-0651-E7BB-17C7-C377043CE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  <a:defRPr/>
            </a:pPr>
            <a:r>
              <a:rPr sz="2400" b="0" dirty="0">
                <a:latin typeface="Times New Roman"/>
              </a:rPr>
              <a:t>Our initial idea is to combine the useful directions found in the two base papers:
• CLIP/</a:t>
            </a:r>
            <a:r>
              <a:rPr sz="2400" b="0" dirty="0" err="1">
                <a:latin typeface="Times New Roman"/>
              </a:rPr>
              <a:t>OpenCLIP</a:t>
            </a:r>
            <a:r>
              <a:rPr sz="2400" b="0" dirty="0">
                <a:latin typeface="Times New Roman"/>
              </a:rPr>
              <a:t> for image-text representation.
• Scene-graph reasoning for spatial relationships.
• Pixel/region evidence for supporting claims.
• Simple confidence for each claim.
• Before/after comparison for observed changes.
This is a proposed direction, not a completed system.</a:t>
            </a:r>
            <a:endParaRPr lang="en-IN" sz="2400" b="0" dirty="0"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Idea / Solution</a:t>
            </a:r>
            <a:endParaRPr sz="3200" b="1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AABE41-1A78-C313-15FA-4DAE2C1B9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66" y="228601"/>
            <a:ext cx="2990120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  <a:defRPr/>
            </a:pPr>
            <a:r>
              <a:rPr sz="2400" b="0" dirty="0">
                <a:latin typeface="Times New Roman"/>
              </a:rPr>
              <a:t>1. Improve understanding of satellite images.
2. Represent important spatial relationships.
3. Link descriptions to supporting image regions.
4. Extend the idea to before/after change understanding.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8864184" cy="563562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Idea / Solution as Design Project</a:t>
            </a:r>
            <a:endParaRPr sz="3200" b="1" dirty="0"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21D194-BF7A-AFFD-A853-AAA15D975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3784" y="228600"/>
            <a:ext cx="2505439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C9618-48CC-E190-ECE9-0ED813C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4D9CD0-9C8B-8597-4BC5-4E885C24F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034105" cy="520181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sz="2400" b="0" dirty="0">
                <a:latin typeface="Times New Roman"/>
              </a:rPr>
              <a:t>Planned software:
• Python
• </a:t>
            </a:r>
            <a:r>
              <a:rPr sz="2400" b="0" dirty="0" err="1">
                <a:latin typeface="Times New Roman"/>
              </a:rPr>
              <a:t>PyTorch</a:t>
            </a:r>
            <a:r>
              <a:rPr sz="2400" b="0" dirty="0">
                <a:latin typeface="Times New Roman"/>
              </a:rPr>
              <a:t>
• </a:t>
            </a:r>
            <a:r>
              <a:rPr sz="2400" b="0" dirty="0" err="1">
                <a:latin typeface="Times New Roman"/>
              </a:rPr>
              <a:t>OpenCLIP</a:t>
            </a:r>
            <a:r>
              <a:rPr sz="2400" b="0" dirty="0">
                <a:latin typeface="Times New Roman"/>
              </a:rPr>
              <a:t> / CLIP
• Basic image-processing and segmentation tools
Planned data:
• Public remote-sensing image datasets</a:t>
            </a:r>
            <a:r>
              <a:rPr lang="en-IN" sz="2400" b="0" dirty="0">
                <a:latin typeface="Times New Roman"/>
              </a:rPr>
              <a:t>(</a:t>
            </a:r>
            <a:r>
              <a:rPr lang="en-IN" sz="2400" dirty="0" err="1"/>
              <a:t>EuroSAT</a:t>
            </a:r>
            <a:r>
              <a:rPr lang="en-IN" sz="2400"/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A628F-2ADF-3838-19A4-F5C7D3B0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73205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  <a:endParaRPr sz="3200" b="1" dirty="0"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455320-2D9F-FA39-6651-A4D0ED124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9010" y="241174"/>
            <a:ext cx="2818151" cy="5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7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7F2E8EE-CD24-2C42-4A67-9564FE554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B9D8FE-2220-5A3B-7132-BC49787B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/ Flow / Design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46484" y="1298448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FFFFFF"/>
                </a:solidFill>
                <a:latin typeface="Times New Roman"/>
              </a:rPr>
              <a:t>Satellite Image / Before–After Pair</a:t>
            </a:r>
          </a:p>
        </p:txBody>
      </p:sp>
      <p:sp>
        <p:nvSpPr>
          <p:cNvPr id="5" name="Down Arrow 4"/>
          <p:cNvSpPr/>
          <p:nvPr/>
        </p:nvSpPr>
        <p:spPr>
          <a:xfrm>
            <a:off x="5339150" y="1871137"/>
            <a:ext cx="902556" cy="155465"/>
          </a:xfrm>
          <a:prstGeom prst="down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946484" y="2039112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Times New Roman"/>
              </a:rPr>
              <a:t>CLIP / OpenCLIP Visual Representation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339150" y="2611801"/>
            <a:ext cx="902556" cy="155465"/>
          </a:xfrm>
          <a:prstGeom prst="down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946484" y="2779776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Times New Roman"/>
              </a:rPr>
              <a:t>Spatial Relations + Scene Graph</a:t>
            </a:r>
          </a:p>
        </p:txBody>
      </p:sp>
      <p:sp>
        <p:nvSpPr>
          <p:cNvPr id="9" name="Down Arrow 8"/>
          <p:cNvSpPr/>
          <p:nvPr/>
        </p:nvSpPr>
        <p:spPr>
          <a:xfrm>
            <a:off x="5339150" y="3352465"/>
            <a:ext cx="902556" cy="155465"/>
          </a:xfrm>
          <a:prstGeom prst="down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946484" y="3520440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Times New Roman"/>
              </a:rPr>
              <a:t>Visual Evidence for Claims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339150" y="4093129"/>
            <a:ext cx="902556" cy="155465"/>
          </a:xfrm>
          <a:prstGeom prst="down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946484" y="4261104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Times New Roman"/>
              </a:rPr>
              <a:t>Claim Confidence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339150" y="4833793"/>
            <a:ext cx="902556" cy="155465"/>
          </a:xfrm>
          <a:prstGeom prst="downArrow">
            <a:avLst/>
          </a:prstGeom>
          <a:solidFill>
            <a:srgbClr val="B4B4B4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946484" y="5001768"/>
            <a:ext cx="9657347" cy="563562"/>
          </a:xfrm>
          <a:prstGeom prst="roundRect">
            <a:avLst/>
          </a:prstGeom>
          <a:solidFill>
            <a:srgbClr val="37373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dirty="0">
                <a:solidFill>
                  <a:srgbClr val="FFFFFF"/>
                </a:solidFill>
                <a:latin typeface="Times New Roman"/>
              </a:rPr>
              <a:t>Observed Change Summary (if paired)</a:t>
            </a:r>
          </a:p>
        </p:txBody>
      </p:sp>
    </p:spTree>
    <p:extLst>
      <p:ext uri="{BB962C8B-B14F-4D97-AF65-F5344CB8AC3E}">
        <p14:creationId xmlns:p14="http://schemas.microsoft.com/office/powerpoint/2010/main" val="26613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9ECAB-3179-9CCC-642A-5735C02C4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343D4E-B5C1-D4D1-F90B-80F03B7E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85" y="1060814"/>
            <a:ext cx="10716620" cy="5201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sz="2400" b="0" dirty="0">
                <a:latin typeface="Times New Roman"/>
              </a:rPr>
              <a:t>Our initial novelty idea is to connect capabilities that are usually presented separately:
• </a:t>
            </a:r>
            <a:r>
              <a:rPr lang="en-IN" sz="2400" b="0" dirty="0">
                <a:latin typeface="Times New Roman"/>
              </a:rPr>
              <a:t>S</a:t>
            </a:r>
            <a:r>
              <a:rPr sz="2400" b="0" dirty="0" err="1">
                <a:latin typeface="Times New Roman"/>
              </a:rPr>
              <a:t>patial</a:t>
            </a:r>
            <a:r>
              <a:rPr sz="2400" b="0" dirty="0">
                <a:latin typeface="Times New Roman"/>
              </a:rPr>
              <a:t> reasoning from </a:t>
            </a:r>
            <a:r>
              <a:rPr sz="2400" b="0" dirty="0" err="1">
                <a:latin typeface="Times New Roman"/>
              </a:rPr>
              <a:t>SkySenseGP</a:t>
            </a:r>
            <a:r>
              <a:rPr lang="en-IN" sz="2400" b="0" dirty="0">
                <a:latin typeface="Times New Roman"/>
              </a:rPr>
              <a:t>T</a:t>
            </a:r>
            <a:r>
              <a:rPr sz="2400" b="0" dirty="0">
                <a:latin typeface="Times New Roman"/>
              </a:rPr>
              <a:t>
• </a:t>
            </a:r>
            <a:r>
              <a:rPr lang="en-IN" sz="2400" b="0" dirty="0">
                <a:latin typeface="Times New Roman"/>
              </a:rPr>
              <a:t>P</a:t>
            </a:r>
            <a:r>
              <a:rPr sz="2400" b="0" dirty="0" err="1">
                <a:latin typeface="Times New Roman"/>
              </a:rPr>
              <a:t>ixel</a:t>
            </a:r>
            <a:r>
              <a:rPr sz="2400" b="0" dirty="0">
                <a:latin typeface="Times New Roman"/>
              </a:rPr>
              <a:t>/region evidence from </a:t>
            </a:r>
            <a:r>
              <a:rPr sz="2400" b="0" dirty="0" err="1">
                <a:latin typeface="Times New Roman"/>
              </a:rPr>
              <a:t>TerraScope</a:t>
            </a:r>
            <a:r>
              <a:rPr sz="2400" b="0" dirty="0">
                <a:latin typeface="Times New Roman"/>
              </a:rPr>
              <a:t>
• CLIP-based image-text alignment
• </a:t>
            </a:r>
            <a:r>
              <a:rPr lang="en-IN" sz="2400" b="0" dirty="0">
                <a:latin typeface="Times New Roman"/>
              </a:rPr>
              <a:t>S</a:t>
            </a:r>
            <a:r>
              <a:rPr sz="2400" b="0" dirty="0" err="1">
                <a:latin typeface="Times New Roman"/>
              </a:rPr>
              <a:t>imple</a:t>
            </a:r>
            <a:r>
              <a:rPr sz="2400" b="0" dirty="0">
                <a:latin typeface="Times New Roman"/>
              </a:rPr>
              <a:t> claim confidence and temporal comparison.
The goal is an explainable and practical satellite-image analysis pipeline. This is</a:t>
            </a:r>
            <a:r>
              <a:rPr lang="en-IN" sz="2400" dirty="0">
                <a:latin typeface="Times New Roman"/>
              </a:rPr>
              <a:t> </a:t>
            </a:r>
            <a:r>
              <a:rPr sz="2400" b="0" dirty="0">
                <a:latin typeface="Times New Roman"/>
              </a:rPr>
              <a:t>a</a:t>
            </a:r>
            <a:r>
              <a:rPr lang="en-IN" sz="2400" b="0" dirty="0">
                <a:latin typeface="Times New Roman"/>
              </a:rPr>
              <a:t>n</a:t>
            </a:r>
            <a:endParaRPr lang="en-IN" sz="2400" dirty="0">
              <a:latin typeface="Times New Roman"/>
            </a:endParaRPr>
          </a:p>
          <a:p>
            <a:pPr>
              <a:buNone/>
            </a:pPr>
            <a:r>
              <a:rPr sz="2400" b="0" dirty="0">
                <a:latin typeface="Times New Roman"/>
              </a:rPr>
              <a:t>initial research direction and will be refined after implementation.</a:t>
            </a:r>
            <a:endParaRPr lang="en-IN" sz="2400" b="0" dirty="0">
              <a:latin typeface="Times New Roman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B1A76-FD31-0CA0-94FE-FD7AFCC6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395" y="285778"/>
            <a:ext cx="10972800" cy="5635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Proposed Idea / Project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27D2C-6F90-7DF9-AB19-4F214FE76D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225" y="285778"/>
            <a:ext cx="2803161" cy="56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0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67CF-4D55-95C9-8717-250E451E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26F7BD-3071-22EF-42C0-1D08731C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7833"/>
            <a:ext cx="10972800" cy="52231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rPr sz="2000" b="0" dirty="0">
                <a:latin typeface="Times New Roman"/>
              </a:rPr>
              <a:t>[1] Luo, J., Pang, Z., Zhang, Y., et al. (2024). </a:t>
            </a:r>
            <a:r>
              <a:rPr sz="2000" b="0" dirty="0" err="1">
                <a:latin typeface="Times New Roman"/>
              </a:rPr>
              <a:t>SkySenseGPT</a:t>
            </a:r>
            <a:r>
              <a:rPr sz="2000" b="0" dirty="0">
                <a:latin typeface="Times New Roman"/>
              </a:rPr>
              <a:t>. arXiv:2406.10100.
[2] Shu, Y., Ren, B., Xiong, Z., et al. (2026). </a:t>
            </a:r>
            <a:r>
              <a:rPr sz="2000" b="0" dirty="0" err="1">
                <a:latin typeface="Times New Roman"/>
              </a:rPr>
              <a:t>TerraScope</a:t>
            </a:r>
            <a:r>
              <a:rPr sz="2000" b="0" dirty="0">
                <a:latin typeface="Times New Roman"/>
              </a:rPr>
              <a:t>. arXiv:2603.19039.
[3] Bazi, Y., </a:t>
            </a:r>
            <a:r>
              <a:rPr sz="2000" b="0" dirty="0" err="1">
                <a:latin typeface="Times New Roman"/>
              </a:rPr>
              <a:t>Bashmal</a:t>
            </a:r>
            <a:r>
              <a:rPr sz="2000" b="0" dirty="0">
                <a:latin typeface="Times New Roman"/>
              </a:rPr>
              <a:t>, L., Al Rahhal, M. M., Ricci, R., &amp; </a:t>
            </a:r>
            <a:r>
              <a:rPr sz="2000" b="0" dirty="0" err="1">
                <a:latin typeface="Times New Roman"/>
              </a:rPr>
              <a:t>Melgani</a:t>
            </a:r>
            <a:r>
              <a:rPr sz="2000" b="0" dirty="0">
                <a:latin typeface="Times New Roman"/>
              </a:rPr>
              <a:t>, F. (2024). RS-</a:t>
            </a:r>
            <a:r>
              <a:rPr sz="2000" b="0" dirty="0" err="1">
                <a:latin typeface="Times New Roman"/>
              </a:rPr>
              <a:t>LLaVA</a:t>
            </a:r>
            <a:r>
              <a:rPr sz="2000" b="0" dirty="0">
                <a:latin typeface="Times New Roman"/>
              </a:rPr>
              <a:t>. Remote Sensing, 16(9), 1477.
[4] Zhang, W., Cai, M., Zhang, T., Zhuang, Y., &amp; Mao, X. (2024). </a:t>
            </a:r>
            <a:r>
              <a:rPr sz="2000" b="0" dirty="0" err="1">
                <a:latin typeface="Times New Roman"/>
              </a:rPr>
              <a:t>EarthGPT</a:t>
            </a:r>
            <a:r>
              <a:rPr sz="2000" b="0" dirty="0">
                <a:latin typeface="Times New Roman"/>
              </a:rPr>
              <a:t>. IEEE Transactions on Geoscience and Remote Sensing.
[5] León, J. L., Nogueira, V., Salgueiro, P., &amp; Quaresma, P. (2026). Describing Land Cover Changes via Multi-Temporal Remote Sensing Image Captioning Using LLM, </a:t>
            </a:r>
            <a:r>
              <a:rPr sz="2000" b="0" dirty="0" err="1">
                <a:latin typeface="Times New Roman"/>
              </a:rPr>
              <a:t>ViT</a:t>
            </a:r>
            <a:r>
              <a:rPr sz="2000" b="0" dirty="0">
                <a:latin typeface="Times New Roman"/>
              </a:rPr>
              <a:t>, and </a:t>
            </a:r>
            <a:r>
              <a:rPr sz="2000" b="0" dirty="0" err="1">
                <a:latin typeface="Times New Roman"/>
              </a:rPr>
              <a:t>LoRA</a:t>
            </a:r>
            <a:r>
              <a:rPr sz="2000" b="0" dirty="0">
                <a:latin typeface="Times New Roman"/>
              </a:rPr>
              <a:t>. Remote Sensing, 18, 166.
[6] Liu, C., Zhang, J., Chen, K., et al. (2025). Remote Sensing </a:t>
            </a:r>
            <a:r>
              <a:rPr sz="2000" b="0" dirty="0" err="1">
                <a:latin typeface="Times New Roman"/>
              </a:rPr>
              <a:t>SpatioTemporal</a:t>
            </a:r>
            <a:r>
              <a:rPr sz="2000" b="0" dirty="0">
                <a:latin typeface="Times New Roman"/>
              </a:rPr>
              <a:t> Vision-Language Models: A Comprehensive Survey. arXiv:2412.02573.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F7B8BB-F1A9-CAAC-6E94-84B65B0E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106" y="138036"/>
            <a:ext cx="10972800" cy="56356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sz="3200" b="1">
                <a:latin typeface="Times New Roman"/>
              </a:rPr>
              <a:t>References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14CC03-5AC2-8C76-DAFE-BA60BA1CF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6751" y="214280"/>
            <a:ext cx="2535420" cy="48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3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1166</Words>
  <Application>Microsoft Office PowerPoint</Application>
  <PresentationFormat>Widescreen</PresentationFormat>
  <Paragraphs>103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Bookman Old Style</vt:lpstr>
      <vt:lpstr>Calibri</vt:lpstr>
      <vt:lpstr>Times New Roman</vt:lpstr>
      <vt:lpstr>Office Theme</vt:lpstr>
      <vt:lpstr>PowerPoint Presentation</vt:lpstr>
      <vt:lpstr> Agenda  </vt:lpstr>
      <vt:lpstr>Introduction</vt:lpstr>
      <vt:lpstr>Review of Literature </vt:lpstr>
      <vt:lpstr>Review of Literature </vt:lpstr>
      <vt:lpstr>Observations from the Literature Review</vt:lpstr>
      <vt:lpstr>Limitations from the Literature Review</vt:lpstr>
      <vt:lpstr>Problem Statement / Scope of the Project</vt:lpstr>
      <vt:lpstr>Proposed Idea / Solution</vt:lpstr>
      <vt:lpstr>Objectives of the Idea / Solution as Design Project</vt:lpstr>
      <vt:lpstr> Software Requirements</vt:lpstr>
      <vt:lpstr> Process / Flow / Design Diagram</vt:lpstr>
      <vt:lpstr> Novelty of the Proposed Idea / Project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Shikhar Srivastava</cp:lastModifiedBy>
  <cp:revision>31</cp:revision>
  <cp:lastPrinted>2020-11-26T03:04:06Z</cp:lastPrinted>
  <dcterms:created xsi:type="dcterms:W3CDTF">2008-12-05T06:42:08Z</dcterms:created>
  <dcterms:modified xsi:type="dcterms:W3CDTF">2026-09-26T08:24:02Z</dcterms:modified>
</cp:coreProperties>
</file>